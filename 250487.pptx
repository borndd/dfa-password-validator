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BC8DE5A-7C05-453F-8818-A808DDFC974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A4FB32-300E-47ED-8E2F-243A177EA9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F7FF30-F68D-4F62-8FC0-2620F682C8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FB3DC5-9BE4-47C9-92F5-82F8EAA8FDE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327631C-7B81-4B24-9274-F8B51879B4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DE1560-368C-4ACF-9B90-B47F28F498A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8B48F3-EF5E-4300-ABFF-C3A63695C45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6217E3-9C2E-462A-9133-CCDC96134E8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8EB21D-B035-4FFC-8FA5-CE0CF2B6D71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793D41-DA88-4AFE-90CC-42C91E9FA7C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6B1254-F66D-4276-B2ED-5E2FCE8EF38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Finite Automata Based Password Validator</a:t>
            </a:r>
            <a:endParaRPr b="0" lang="en-US" sz="4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Theory of Automata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Diyorbek Ismoilov : 250487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Motivation &amp; Problem Statement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Weak passwords cause serious security risks in real systems.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Registration/login forms must enforce password rules automatically.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We want a formal way to describe valid passwords, not just code.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Idea: model password rules using a Deterministic Finite Automaton (DFA).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Project Goals &amp; Automata Concepts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Design a DFA that encodes a password policy.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Policy: length ≥ 6, at least one uppercase letter, at least one digit.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Use an alphabet of allowed characters (letters and digits).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Implement the DFA logic in Python and test it.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0" defTabSz="45720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DFA Formal Model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47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Q: states represent three flags – hasUpper, hasDigit, lenOK.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q₀: start state where no conditions are satisfied yet.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F: accepting states where all three flags are satisfied.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State Intuition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Each state encodes what we have seen so far in the password: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q0 = (no uppercase, no digit, length &lt; 6).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States where we have seen only uppercase or only digit.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States where length ≥ 6 but some conditions still missing.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Accepting state: seen uppercase, seen digit, length ≥ 6.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Transition Rules &amp; JFLAP DFA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Input symbols in JFLAP: U (uppercase), L (lowercase), D (digit), X (forbidden).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Reading U: move to state where hasUpper = 1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Reading D: move to state where hasDigit =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After 6th symbol, we move to states where lenOK = 1.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Reading X or any disallowed character: go to a dead (rejecting) state.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Content Placeholder 4" descr=""/>
          <p:cNvPicPr/>
          <p:nvPr/>
        </p:nvPicPr>
        <p:blipFill>
          <a:blip r:embed="rId1"/>
          <a:stretch/>
        </p:blipFill>
        <p:spPr>
          <a:xfrm>
            <a:off x="122040" y="76320"/>
            <a:ext cx="8899920" cy="378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Box 5"/>
          <p:cNvSpPr/>
          <p:nvPr/>
        </p:nvSpPr>
        <p:spPr>
          <a:xfrm>
            <a:off x="122040" y="4067280"/>
            <a:ext cx="8899920" cy="20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 = seen uppercase only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qD = seen digit only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qUD = seen uppercase + digit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qLen = length =&gt; 6 but no uppercase and digit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qULen = length =&gt; 6, digit , but no uppercase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qUDLen = length =&gt; 6, uppercase , digit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qDead = dead state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Content Placeholder 4" descr=""/>
          <p:cNvPicPr/>
          <p:nvPr/>
        </p:nvPicPr>
        <p:blipFill>
          <a:blip r:embed="rId1"/>
          <a:stretch/>
        </p:blipFill>
        <p:spPr>
          <a:xfrm>
            <a:off x="0" y="942840"/>
            <a:ext cx="9077040" cy="374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Accepted Language &amp; Correctness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Language L: all strings that satisfy the password policy.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Length ≥ 6, at least one uppercase letter, at least one digit.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If DFA ends in an accepting state, all three conditions hold.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If a string satisfies all rules, the DFA eventually reaches an accepting state.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Python Implementation Overview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PasswordPolicy class stores policy: min length, require upper, require digit, alphabet.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DFAPasswordValidator simulates the DFA using three flags.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For each character: update flags and check if character is allowed.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Final state decides whether the password is accepted or rejected.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Program prints a clear message: valid or reason of invalidity.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Challenges &amp; Possible Extensions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Challenge: designing states without making the DFA too large.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Challenge: mapping informal password rules to formal automata.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Extension: different policies for admin vs normal users.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Extension: allowing special symbols, extra checks (lowercase, no repeats).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d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Conclusion &amp; Q&amp;A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We used a DFA to formally define a secure password language.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JFLAP helped us visualise and verify the automaton step by step.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ebf0f5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ebf0f5"/>
                </a:solidFill>
                <a:effectLst/>
                <a:uFillTx/>
                <a:latin typeface="Calibri"/>
              </a:rPr>
              <a:t>This project shows how automata theory can solve a real-world problem.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LibreOffice/25.8.3.2$MacOSX_AARCH64 LibreOffice_project/8ca8d55c161d602844f5428fa4b58097424e324e</Application>
  <AppVersion>15.0000</AppVersion>
  <Words>595</Words>
  <Paragraphs>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nigga white</dc:creator>
  <dc:description>generated using python-pptx</dc:description>
  <dc:language>en-US</dc:language>
  <cp:lastModifiedBy/>
  <cp:lastPrinted>2025-11-27T11:19:11Z</cp:lastPrinted>
  <dcterms:modified xsi:type="dcterms:W3CDTF">2025-11-27T11:18:49Z</dcterms:modified>
  <cp:revision>4</cp:revision>
  <dc:subject/>
  <dc:title>Finite Automata Based Password Validator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12</vt:i4>
  </property>
</Properties>
</file>